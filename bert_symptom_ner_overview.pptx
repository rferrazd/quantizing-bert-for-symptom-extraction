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 /  PROJECT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NEG symptom extraction from HDA clinical notes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2004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97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 → V05  +  on-device iOS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Dal Lago Garcia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2026-05-31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&amp;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Two-polarity symptom NER on clinical narratives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patient-reported (POS) and patient-denied (NEG) symptoms from "História da Doença Atual" notes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NER with collapsed BIO tagging (5 labels: O, B/I-SYMPTOM_POS, B/I-SYMPTOM_NEG)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training data; OOD evaluation on real-style HDAs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9377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BioBERT (dmis-lab/biobert-base-cased-v1.1), full fine-tuning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triad: IID F1, behavioural set, 7-HDA hold-out (real-style narratives)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ONNX export → React Native iOS app, on-device inference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554480"/>
            <a:ext cx="5212080" cy="484632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210312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60920" y="2057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dictionary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BioPortal ontology · 893 symptoms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816352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2770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 POS / NEG / distractor / HDA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3529584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348386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alignment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labels mapped to subwords (-100 specials)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424281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60920" y="419709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fine-tune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backbone · 3 epochs · lr 5e-5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4956048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49103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· behavioural · 7-HDA OOD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566928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56235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→ iOS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pipeline parity vs Python (33 tests)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V00 → V01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the label space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91440" cy="4846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V00  —  failed 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Per-concept labels: B/I-SYMPTOM_{concept_id}_{POL}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3,525 classes, ~10 examples per class — extreme sparsity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+ BioBERT, frozen and full FT: all converged to predicting "O"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≈ 0,  Accuracy ≈ 0.5  (trivial solution)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label space, not the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532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91440" cy="4846320"/>
          </a:xfrm>
          <a:prstGeom prst="rect">
            <a:avLst/>
          </a:prstGeom>
          <a:solidFill>
            <a:srgbClr val="0F8B5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  —  collapsed labels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concept IDs: 3,525 → 5 labels (O, B/I-POS, B/I-NEG)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parameter sharing across all symptom mentions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 BioBERT vs DistilBERT bake-off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4206240"/>
          <a:ext cx="5166360" cy="118872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224028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BioBERT (head-only)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+70% rel. over DistilBERT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(head-only)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9224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BioBERT only going forward.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V02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— and the trap of synthetic data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errors: head-only → full FT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400800" cy="402336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  <a:gridCol w="1280160"/>
              </a:tblGrid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Irrelevant Span Mislabeling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Overgeneralization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Expected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Overreach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 Artifacts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Sequencing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Polarity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8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554480"/>
            <a:ext cx="4526280" cy="484632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06640" y="21488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Unfreezing the backbone is the right move — net errors -49%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Boundary Overreach exploded (+288%) — full FT memorised template syntax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val/test F1 = 1.00 — UNTRUSTWORTHY: dataset had only 15 sentence templates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set is the only signal worth trusting at this stage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5120640"/>
            <a:ext cx="4206240" cy="10972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0" y="51206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fix the DATA,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model.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V03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expansion + distractors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corpus  ·  15 → 109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267712"/>
            <a:ext cx="4723790" cy="2743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717182" y="2194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3044952"/>
            <a:ext cx="4608576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3822192"/>
            <a:ext cx="4378147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371539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57200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templates use {SYMPTOM} in medical/administrative context but are labeled all-O — teaching the model when NOT to extract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106,267 rows (80/10/10 split)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FT, 2 epochs (eval_loss already rising at epoch 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55448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554480"/>
            <a:ext cx="43891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 TEST F1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54380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· uninformative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60920" y="315468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3154680"/>
            <a:ext cx="438912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3319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ERRORS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3611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54380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scorer baseline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4754880"/>
            <a:ext cx="4389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4754880"/>
            <a:ext cx="4389120" cy="73152"/>
          </a:xfrm>
          <a:prstGeom prst="rect">
            <a:avLst/>
          </a:prstGeom>
          <a:solidFill>
            <a:srgbClr val="0F8B5C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4919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WALL TIME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5212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 m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543800" y="5806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push to HF Hub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INFRASTRUCTURE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error categorizer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taxonomy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5943600" cy="4206240"/>
        </p:xfrm>
        <a:graphic>
          <a:graphicData uri="http://schemas.openxmlformats.org/drawingml/2006/table">
            <a:tbl>
              <a:tblPr/>
              <a:tblGrid>
                <a:gridCol w="2194560"/>
                <a:gridCol w="374904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Overreach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span extends past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Undereach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span is shorter than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Irrelevant Span Mislabel.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span on gold-O 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Expected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prediction overlaps gold 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Polarity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aligned, POS↔NEG flipped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Overgeneralization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(legacy bucket — see fix #1)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 Artifacts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WordPiece-edge BIO breakage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 Sequencing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I- without B-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554480"/>
            <a:ext cx="5029200" cy="484632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scorer bugs found &amp; fixed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0" y="21031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  ·  FP double-count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false-positive span incremented BOTH Irrelevant Span Mislabeling AND Model Overgeneralization → all FPs counted twice.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#2  ·  Silent consumption at 50% overlap gate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_check_boundaries returned None when positional overlap &lt; 0.5×expected. Combined with a text-substring entity matcher, mis-aligned spans vanished from ALL buckets.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Cross-version error counts before the fix were not comparable. V032's apparent 18 → 2 Boundary Overreach drop was the scorer dropping spans, not the model improving.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V04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HDA paragraph templates + diversity axes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multi-sentence HDA templates (3–6 sentences, mixed POS/NEG)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on 6 axes: POS/NEG ratio, ordering, demographics, informant, vocab, hold-out separation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eval splits: template_ood (12,262) + symptom_ood (2,440)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Hold-out: 5 affirmed + 5 negated + 4 distractor + 2 HDA templates · 20 symptoms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846320"/>
            <a:ext cx="5943600" cy="15544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937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212080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learned a brittle shortcut: "denial cue → next NP is a symptom". 18 of 23 FPs were SYMPTOM_NEG spans on non-symptom NPs ("denies known drug allergies", "denies previous comorbidities", "no recent travel history"...).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6560" y="196596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96596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9264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92608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2608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TEMPLATE_OOD F1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9264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13-pt gap → memorisation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388620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3886200"/>
            <a:ext cx="73152" cy="868680"/>
          </a:xfrm>
          <a:prstGeom prst="rect">
            <a:avLst/>
          </a:prstGeom>
          <a:solidFill>
            <a:srgbClr val="0F8B5C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SYMPTOM_OOD F1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9264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 — symptoms ok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846320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484632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HDA ERRORS (7)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92640" y="5074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V03: 38 · marginal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5852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do not deploy.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V05  ·  current best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Adversarial-O distractors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65760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Denial-cue + non-symptom NP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 distractors pairing denial cues with non-symptom history (drug allergies, prior surgeries, travel, regular medications…). Direct counter-example to V04's #1 shortcut.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554480"/>
            <a:ext cx="3657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Mid-clause negation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5146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paraphrases in HDA templates: "X without Y", "mentioned an absence of", "Neither A, B, nor C", "does not present any signs of".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55448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554480"/>
            <a:ext cx="36576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vocabulary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with modifiers adjacent to {SYMPTOM_POS}: "sudden onset of", "intense", "diffuse", "progressive". Labeled O to teach where the span stops.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3657600" cy="23317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HDA ERRORS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→ 8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685800" y="5669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V04 baseline · headline KPI met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5989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bare-AFFIRMED template_ood F1 = 0.007 — P3 modifier-gluing did not transfer outside HDA context.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4114800"/>
          <a:ext cx="7315200" cy="2331720"/>
        </p:xfrm>
        <a:graphic>
          <a:graphicData uri="http://schemas.openxmlformats.org/drawingml/2006/table">
            <a:tbl>
              <a:tblPr/>
              <a:tblGrid>
                <a:gridCol w="640080"/>
                <a:gridCol w="2560320"/>
                <a:gridCol w="2743200"/>
                <a:gridCol w="1371600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HDA err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concept-id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· head-only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· full 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(untrustworthy)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 + HDA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 / 0.869 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adversarial-O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/ 0.683 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8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iOS 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0.85.3, iOS-first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V05 PyTorch checkpoint exported &amp; quantized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inference pipeline mirrors Python 1:1 (tokenizer → forward → BIO aggregation → char spans)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screen: paste note → Run → POS / NEG badges + searchable list of all 893 trained symptoms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enforcement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493776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unit tests vs Python ground truth (tokenizer, alignment, BIO collapse, span extraction)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output bit-for-bit identical to onnx_inference.py on the same inputs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1554480"/>
            <a:ext cx="4800600" cy="4846320"/>
          </a:xfrm>
          <a:prstGeom prst="rect">
            <a:avLst/>
          </a:prstGeom>
          <a:solidFill>
            <a:srgbClr val="EEF4F8"/>
          </a:solidFill>
          <a:ln w="12700">
            <a:solidFill>
              <a:srgbClr val="D9E2E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94944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app screenshots here 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4114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home screen · symptom search · sample inference result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V06 (deferred) +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priority — ship the iOS app.  V06 resumes after.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6517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bare P3 AFFIRMED templates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3337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V05 lines 90–97 caused modifier-gluing on bare templates. Rely on HDA T25/T26/T28 (which transferred) for modifier-O training. Add boundary-discipline counter-examples where the modifier appears WITHOUT an adjacent symptom.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4688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651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26517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Affirmative-cue + non-symptom NP (P1-symmetric)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3337560"/>
            <a:ext cx="3337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V05's P1 on the affirmative side. Closes the 3 remaining FPs on hda6/hda8 ("reduced food intake", "mosquitoes", "the abdomen"). Diverse NP pool: anatomy · food · exposure · administrative.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24688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651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26517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V04-era F1 = 0.68 regression first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6760" y="3337560"/>
            <a:ext cx="3337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Per-template-idx breakdown on hold-outs [1, 7, 17] before committing to (1) and (2). Want to know what is broken before we add more data on top.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V06: </a:t>
            </a:r>
            <a:pPr indent="0" marL="0">
              <a:buNone/>
            </a:pPr>
            <a:r>
              <a:rPr lang="en-US" sz="11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symptom-dictionary cleanup · typo robustness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Symptom NER  /  V00 → V05 + 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 Symptom NER</dc:title>
  <dc:subject>PptxGenJS Presentation</dc:subject>
  <dc:creator>Roberta Dal Lago Garcia</dc:creator>
  <cp:lastModifiedBy>Roberta Dal Lago Garcia</cp:lastModifiedBy>
  <cp:revision>1</cp:revision>
  <dcterms:created xsi:type="dcterms:W3CDTF">2026-06-01T02:35:50Z</dcterms:created>
  <dcterms:modified xsi:type="dcterms:W3CDTF">2026-06-01T02:35:50Z</dcterms:modified>
</cp:coreProperties>
</file>