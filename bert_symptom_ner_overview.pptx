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113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NLP  /  PROJECT OVERVIEW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/ NEG symptom extraction from HDA clinical notes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 → V05  +  on-device iOS app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5669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 Dal Lago Garcia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2026-05-31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PROBLEM &amp; 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Two-polarity symptom NER on clinical narratives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patient-reported (POS) and patient-denied (NEG) symptoms from "História da Doença Atual" notes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NER with collapsed BIO tagging (5 labels: O, B/I-SYMPTOM_POS, B/I-SYMPTOM_NEG)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training data; OOD evaluation on real-style HDAs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49377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BioBERT (dmis-lab/biobert-base-cased-v1.1), full fine-tuning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triad: IID F1, behavioural set, 7-HDA hold-out (real-style narratives)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ONNX export → React Native iOS app, on-device inference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0" y="1554480"/>
            <a:ext cx="5212080" cy="484632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6656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12280" y="2103120"/>
            <a:ext cx="384048" cy="384048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1228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60920" y="20574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dictionary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BioPortal ontology · 893 symptoms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816352"/>
            <a:ext cx="384048" cy="384048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1228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60920" y="277063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generation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Templated POS / NEG / distractor / HDA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12280" y="3529584"/>
            <a:ext cx="384048" cy="384048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1228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3483864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 alignment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labels mapped to subwords (-100 specials)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12280" y="4242816"/>
            <a:ext cx="384048" cy="384048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12280" y="4242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60920" y="4197096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BioBERT fine-tune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backbone · 3 epochs · lr 5e-5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12280" y="4956048"/>
            <a:ext cx="384048" cy="384048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1228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60920" y="491032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IID · behavioural · 7-HDA OOD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12280" y="5669280"/>
            <a:ext cx="384048" cy="384048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12280" y="5669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60920" y="562356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→ iOS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pipeline parity vs Python (33 tests)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V00 → V01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Collapsing the label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91440" cy="484632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  —  failed baseline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Per-concept labels: B/I-SYMPTOM_{concept_id}_{POL}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3,525 classes, ~10 examples per class — extreme sparsity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+ BioBERT, frozen and full FT: all converged to predicting "O"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≈ 0,  Accuracy ≈ 0.5  (trivial solution)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label space, not the model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532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91440" cy="4846320"/>
          </a:xfrm>
          <a:prstGeom prst="rect">
            <a:avLst/>
          </a:prstGeom>
          <a:solidFill>
            <a:srgbClr val="0F8B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  —  collapsed labels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1488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concept IDs: 3,525 → 5 labels (O, B/I-POS, B/I-NEG)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parameter sharing across all symptom mentions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Head-only BioBERT vs DistilBERT bake-off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4206240"/>
          <a:ext cx="5166360" cy="11887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BioBERT (head-only)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 rel. over DistilBERT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 (head-only)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92240" y="5577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BioBERT only going forward.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V02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fine-tuning — and the trap of synthetic 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errors: head-only → full FT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6400800" cy="4023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Span Mislabeling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Overgeneralization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Expected 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Overreach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Artifacts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 Sequencing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Incorrect Polarity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F8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223760" y="1554480"/>
            <a:ext cx="4526280" cy="484632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06640" y="21488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Unfreezing the backbone is the right move — net errors -49%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Boundary Overreach exploded (+288%) — full FT memorised template syntax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IID val/test F1 = 1.00 — UNTRUSTWORTHY: dataset had only 15 sentence templates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set is the only signal worth trusting at this stage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06640" y="5120640"/>
            <a:ext cx="4206240" cy="109728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498080" y="5120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fix the DATA,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model.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V03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expansion + distractors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corpus  ·  15 → 109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2267712"/>
            <a:ext cx="4723790" cy="2743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17182" y="2194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920240" y="3044952"/>
            <a:ext cx="4608576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01968" y="2971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920240" y="3822192"/>
            <a:ext cx="4378147" cy="27432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71539" y="3749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572000"/>
            <a:ext cx="6675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 templates use {SYMPTOM} in medical/administrative context but are labeled all-O — teaching the model when NOT to extract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106,267 rows (80/10/10 split)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FT, 2 epochs (eval_loss already rising at epoch 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60920" y="1554480"/>
            <a:ext cx="4389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60920" y="1554480"/>
            <a:ext cx="438912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4380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IID TEST F1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43800" y="2011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0.9997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7543800" y="2606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· uninformative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60920" y="3154680"/>
            <a:ext cx="4389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60920" y="3154680"/>
            <a:ext cx="4389120" cy="73152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543800" y="33192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43800" y="36118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54380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Post-fix scorer baseline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60920" y="4754880"/>
            <a:ext cx="4389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360920" y="4754880"/>
            <a:ext cx="4389120" cy="73152"/>
          </a:xfrm>
          <a:prstGeom prst="rect">
            <a:avLst/>
          </a:prstGeom>
          <a:solidFill>
            <a:srgbClr val="0F8B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543800" y="49194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WALL TIME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43800" y="5212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 m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543800" y="5806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epochs · push to HF Hub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V04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HDA paragraph templates + diversity axes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multi-sentence HDA templates (3–6 sentences, mixed POS/NEG)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on 6 axes: POS/NEG ratio, ordering, demographics, informant, vocab, hold-out separation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eval splits: template_ood (12,262) + symptom_ood (2,440)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Hold-out: 5 affirmed + 5 negated + 4 distractor + 2 HDA templates · 20 symptoms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4846320"/>
            <a:ext cx="5943600" cy="155448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49377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5212080"/>
            <a:ext cx="5669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learned a brittle shortcut: "denial cue → next NP is a symptom". 18 of 23 FPs were SYMPTOM_NEG spans on non-symptom NPs ("denies known drug allergies", "denies previous comorbidities", "no recent travel history"...).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6656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metrics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65960"/>
            <a:ext cx="5029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766560" y="1965960"/>
            <a:ext cx="73152" cy="8686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9516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F1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95160" y="2331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2640" y="2194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2926080"/>
            <a:ext cx="5029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766560" y="2926080"/>
            <a:ext cx="73152" cy="86868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9516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TEMPLATE_OOD F1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0.869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9264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13-pt gap → memorisation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3886200"/>
            <a:ext cx="5029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766560" y="3886200"/>
            <a:ext cx="73152" cy="868680"/>
          </a:xfrm>
          <a:prstGeom prst="rect">
            <a:avLst/>
          </a:prstGeom>
          <a:solidFill>
            <a:srgbClr val="0F8B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9516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SYMPTOM_OOD F1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95160" y="4251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0.970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92640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gap — symptoms ok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66560" y="4846320"/>
            <a:ext cx="5029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766560" y="4846320"/>
            <a:ext cx="73152" cy="86868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99516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HDA ERRORS (7)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95160" y="5212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692640" y="5074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V03: 38 · marginal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5852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do not deploy.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V05  ·  current best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Adversarial-O distractors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57600" cy="4572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Denial-cue + non-symptom NP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All-O distractors pairing denial cues with non-symptom history (drug allergies, prior surgeries, travel, regular medications…). Direct counter-example to V04's #1 shortcut.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55448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43400" y="1554480"/>
            <a:ext cx="365760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056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480560" y="2103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Mid-clause negation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25146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paraphrases in HDA templates: "X without Y", "mentioned an absence of", "Neither A, B, nor C", "does not present any signs of".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83880" y="155448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83880" y="1554480"/>
            <a:ext cx="3657600" cy="4572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2103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vocabulary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25146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with modifiers adjacent to {SYMPTOM_POS}: "sudden onset of", "intense", "diffuse", "progressive". Labeled O to teach where the span stops.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14800"/>
            <a:ext cx="3657600" cy="23317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206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HDA ERRORS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45262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→ 8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68580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V04 baseline · headline KPI met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5989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Residual: bare-AFFIRMED template_ood F1 = 0.007 — P3 modifier-gluing did not transfer outside HDA context.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4114800"/>
          <a:ext cx="7315200" cy="2331721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HDA err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concept-id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· head-only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· full 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(untrustworthy)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 + HDA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 / 0.869 OOD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F8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adversarial-O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/ 0.683 OOD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F8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DEPLOYMENT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iOS app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0.85.3, iOS-first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V05 PyTorch checkpoint exported &amp; quantized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inference pipeline mirrors Python 1:1 (tokenizer → forward → BIO aggregation → char spans)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screen: paste note → Run → POS / NEG badges + searchable list of all 893 trained symptoms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enforcement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493776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unit tests vs Python ground truth (tokenizer, alignment, BIO collapse, span extraction)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output bit-for-bit identical to onnx_inference.py on the same inputs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949440" y="1554480"/>
            <a:ext cx="4800600" cy="484632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949440" y="36576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app screenshots here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949440" y="411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Suggested: home screen · symptom search · sample inference result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NEXT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V06 — three things to fix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532120" cy="96012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73152" cy="960120"/>
          </a:xfrm>
          <a:prstGeom prst="rect">
            <a:avLst/>
          </a:prstGeom>
          <a:solidFill>
            <a:srgbClr val="0F8B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HDA errors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 →  8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532120" cy="960120"/>
          </a:xfrm>
          <a:prstGeom prst="rect">
            <a:avLst/>
          </a:prstGeom>
          <a:solidFill>
            <a:srgbClr val="EEF4F8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73152" cy="96012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645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Template-OOD F1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8745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  →  0.68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KPI met. Generalisation regressed — three causes, three fixes.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154680"/>
            <a:ext cx="365760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85800" y="3355848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355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modifier training into HDAs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977640"/>
            <a:ext cx="333756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4069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85800" y="4172584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modifier templates collapsed (F1 0.007).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51196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85800" y="53035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such modifier templates inside the HDA examples.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154680"/>
            <a:ext cx="365760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26280" y="33558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0" y="3355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P1 on the affirmative 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26280" y="3977640"/>
            <a:ext cx="333756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26280" y="4069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26280" y="414244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Affirmative cues still hallucinate on non-symptom phrases.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0794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26280" y="53035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number of all-O distractors: "reports reduced food intake", "exposure to mosquitoes", "located in the abdomen"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183880" y="3154680"/>
            <a:ext cx="365760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366760" y="3355848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36676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961120" y="3355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V04-era regression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66760" y="3977640"/>
            <a:ext cx="333756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66760" y="4069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366760" y="43434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V04-era held-outs dropped 0.87 → 0.68.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66760" y="50292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366760" y="53035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unknown. Localise before adding more data.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Symptom NER  /  V00 → V05 + iOS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900DCC-636D-9ECA-FA29-A094A6951FCF}"/>
              </a:ext>
            </a:extLst>
          </p:cNvPr>
          <p:cNvSpPr txBox="1"/>
          <p:nvPr/>
        </p:nvSpPr>
        <p:spPr>
          <a:xfrm>
            <a:off x="847376" y="4620224"/>
            <a:ext cx="241833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pred:  "mild fever"  SYMPTOM_POS</a:t>
            </a:r>
          </a:p>
          <a:p>
            <a:r>
              <a:rPr lang="en-US" sz="1100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gold:  "fever"      (modifier stripped)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AC0E77-37F3-65A1-9044-9A140FBBAFFF}"/>
              </a:ext>
            </a:extLst>
          </p:cNvPr>
          <p:cNvSpPr txBox="1"/>
          <p:nvPr/>
        </p:nvSpPr>
        <p:spPr>
          <a:xfrm>
            <a:off x="4860894" y="4564945"/>
            <a:ext cx="269547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text:  "reports … reduced food intake"</a:t>
            </a:r>
          </a:p>
          <a:p>
            <a:r>
              <a:rPr lang="en-US" sz="1100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pred:  "reduced food"  SYMPTOM_POS  (FP)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1284</Words>
  <Application>Microsoft Macintosh PowerPoint</Application>
  <PresentationFormat>Widescreen</PresentationFormat>
  <Paragraphs>256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BERT Symptom NER</dc:title>
  <dc:subject>PptxGenJS Presentation</dc:subject>
  <dc:creator>Roberta Dal Lago Garcia</dc:creator>
  <cp:lastModifiedBy>Ferraz Dal Lago Garcia, Roberta</cp:lastModifiedBy>
  <cp:revision>4</cp:revision>
  <dcterms:created xsi:type="dcterms:W3CDTF">2026-06-01T14:40:08Z</dcterms:created>
  <dcterms:modified xsi:type="dcterms:W3CDTF">2026-06-01T14:54:32Z</dcterms:modified>
</cp:coreProperties>
</file>